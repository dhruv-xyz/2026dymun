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DYMUN '26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background colour samples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and gold kept; a third colour added to each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1-royal-bl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blue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2-bl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3-te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(in the live site)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4-cy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5-ivor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Ivory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6-bei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Beige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7-burgund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Burgundy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omnakade/Desktop/Claude Code/DYMUN 2026/docs/wave-samples/8-blush-ro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484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168" y="2011680"/>
            <a:ext cx="2731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ED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Blush rose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2026-10-12T00:04:59Z</dcterms:created>
  <dcterms:modified xsi:type="dcterms:W3CDTF">2026-10-12T00:04:59Z</dcterms:modified>
</cp:coreProperties>
</file>